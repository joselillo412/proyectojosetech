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018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TRABAJO FIN DE GRADO  |  DAW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Josetech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Reparación de Dispositivos Electrónicos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405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Fin de Grado (TFG) - Desarrollo de Aplicaciones Web (DAW)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Autor: Jose Buendia Vico</a:t>
            </a:r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endParaRPr lang="en-US" sz="1400" u="sng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Digitalización integral de un taller de reparaciones físico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1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63AE567-0BD2-0AB7-BBD2-1E5C3CE22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734" y="346990"/>
            <a:ext cx="1664690" cy="16646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TRABAJO FIN DE GRADO  |  DAW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y Problemática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6309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surge Josetech?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174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</a:t>
            </a:r>
            <a:r>
              <a:rPr lang="en-US" sz="14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Procesos manuales propensos a pérdidas de registros físicos.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Ausencia de comunicación automatizada: El cliente desconoce el estado de su </a:t>
            </a:r>
            <a:r>
              <a:rPr lang="en-US" sz="14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reparación</a:t>
            </a: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400" dirty="0">
              <a:solidFill>
                <a:srgbClr val="F1F5F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00"/>
              </a:lnSpc>
              <a:buSzPct val="100000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</a:t>
            </a:r>
            <a:r>
              <a:rPr lang="en-US" sz="14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real.</a:t>
            </a:r>
          </a:p>
          <a:p>
            <a:pPr>
              <a:lnSpc>
                <a:spcPts val="2200"/>
              </a:lnSpc>
              <a:buSzPct val="100000"/>
            </a:pPr>
            <a:endParaRPr lang="en-US" sz="1400" dirty="0">
              <a:solidFill>
                <a:srgbClr val="F1F5F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00"/>
              </a:lnSpc>
              <a:buSzPct val="100000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 </a:t>
            </a:r>
            <a:r>
              <a:rPr lang="en-US" sz="14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valor: Automatizar el ciclo completo de una reparación, desde la </a:t>
            </a:r>
            <a:r>
              <a:rPr lang="en-US" sz="14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</a:t>
            </a: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online</a:t>
            </a:r>
          </a:p>
          <a:p>
            <a:pPr>
              <a:lnSpc>
                <a:spcPts val="2200"/>
              </a:lnSpc>
              <a:buSzPct val="100000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hasta la facturación en contabilidad.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78853AD-2FA4-8322-CB77-FE59B4C00CC1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y Características para Clientes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Usuario (UX) Intuitiva y Funcional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Anónimo: Acceso al catálogo interactivo y sección de servicios generales con precios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actualizados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instantánea: Seguimiento del pedido sin registro, mediante el código único e inviolable (JT-XXXXXX).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incidencias y galería: Portfolio público de trabajos finalizados como aval de confianza.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Registrado: Dashboard persistente que gestiona un historial de pedidos personal, solicitud de nuevas reparaciones eligiendo dispositivo, tipo de avería y adjuntando notas, y panel de perfil actualizable.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D65918F-7AC8-343C-FE90-E331AE2CCAB1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Facilidades para Técnicos y Administradores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Núcleo Operativo del Taller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Técnicos: Consulta directa del reporte de avería detallado, precio estimado asignado y dificultad de reparación en base a la API de iFixit.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Administradores - Portal de Administración (/admin): Protegido por roles en Vue Router y middlewares de backend.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Usuarios y Dispositivos: Modificación de roles, reseteo seguro de credenciales y CRUD del catálogo publicable de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Contabilidad Integrado: Registro instantáneo de ingresos en base al cierre de pedidos, costes de repuestos y desglose de ganancias netas.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B0EDF9F-B02E-A8C9-0BF1-11519D8376DD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Utilizadas: El Frontend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de Alta Fidelidad &amp; Alto Rendimiento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17904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 + Composition API: Desarrollo modular basado en vistas e interfaces reactivas y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rápidas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SCSS: Configuración moderna de empaquetado y carga veloz mediante HMR y preprocesamiento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avanzado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 Store: Gestión centralizada para el estado del usuario autenticado y tokens Bearer de persistencia (Session Store).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Router 5: Sistema SPA de pasarelas con guardias asíncronas de autorización para rutas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restringidas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0FE4688-C624-57F5-9892-DFC9FD279EC3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Utilizadas: El Backend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Robustez, Escalabilidad y Seguridad con Laravel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1371600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 (PHP 8.2+): Framework de primer nivel bajo arquitectura MVC y API RESTful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Sanctum: Mecanismo robusto de autenticación stateless mediante tokens generados tras Login.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Eloquent ORM: Mapeo de bases de datos altamente legible que acelera consultas y encapsula relaciones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Migrations &amp; Seeders: Versionado de base de datos que permite replicar el entorno de desarrollo con un solo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Datos: MySQL en producción.</a:t>
            </a:r>
            <a:endParaRPr lang="en-US" sz="1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8D0A852-576A-5813-8644-A91548E38F02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API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APIs y Servicios Externos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Enriqueciendo las Fichas de Producto en Tiempo Real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91184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 iFixit v2.0: Consumida para recuperar la dificultad estimada de reparación de cada modelo registrado (Very Easy, Easy, Moderate, Difficult).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 Icecat (Open Icecat Live): Utilizada para complementar las especificaciones técnicas oficiales junto a la descripción extendida del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Correo (Laravel Mail): Envío automático de notificaciones HTML parametrizadas mediante Mailables tras registrar solicitudes de reparación.</a:t>
            </a:r>
            <a:endParaRPr lang="en-US" sz="1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9F5422C-483F-5FDC-C281-BBF86DB9ED76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Proyecto: Diagrama de Archivos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Proyecto Decoupled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92352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estricta: Carpeta /backend para la API y /frontend para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Despliegue: Frontend listo para alojar en CDN de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estáticos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modular: Controladores encapsulados en Controllers/Api/,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Middlewares</a:t>
            </a:r>
            <a:endParaRPr lang="en-US" sz="12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000"/>
              </a:lnSpc>
              <a:buSzPct val="100000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personalizados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Http/Middleware/CheckAdmin y modelos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autocontenidos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Documentación/: Almacenamiento directo de diagramas técnicos en formato PDF.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23FF07C-B118-AD85-F86C-85CCEF93BCA9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 &amp; Diagrama Entidad-Relación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Tablas Correlacionadas en Base de Datos Relacional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8237220" cy="3112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Gestión de usuarios y su respectivo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dispositivos: Catálogo general de equipos a reparar (móviles, tablets,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averias: Averías concretas estimadas por dispositivo con un precio aproximado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pedidos: Vinculación histórica entre cliente, dispositivo y estado de la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linea_pedidos: Registro histórico de reparaciones hechas dentro de un pedido, con precio_aplicado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congelado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servicios: CRUD independiente de servicios principales del taller.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contabilidad: Diario de cobros, precios de repuestos y ganancias brutas vinculados.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Desarrollo de Aplicaciones Web  •  Josetech • Diapositiva 9</a:t>
            </a:r>
            <a:endParaRPr lang="en-US" sz="9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7B120F4-5E7C-09E5-4635-CC90111B8688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Dificultades Técnicas Superadas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de la Autenticación y Carga Asíncrona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19200"/>
            <a:ext cx="73533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Stateless Sanctum: Sincronizar cabeceras Bearer token con Vue 3 sin usar cookies con estado, forzando la correcta inyección de cabeceras en cada consulta de Axios/Fetch.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Protectores de Navegación (Route Guards): Tratar con peticiones asíncronas dentro de router.beforeEach antes de permitir visualizar páginas restringidas de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Rehidratación con Pinia: Sincronizar e instanciar datos de sesión persistida tras recargas forzosas de usuario llamando a un método verificarSesion() en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App.vue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defensivo en APIs: Saltarse warnings de certificados SSL locales y controlar respuestas nulas o desestructuradas utilizando el operador de fusión nula de PHP.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F85F72A-6353-34E0-1D13-02792E5985EB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DAW  •  SECCIÓN: 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Deuda Técnica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Lecciones Aprendidas del Proyecto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75385"/>
            <a:ext cx="7909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Digitalización real: Conseguimos digitalizar el flujo completo desde recepcionar un móvil roto hasta cobrarlo y emitir balance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Técnica Identificada - Catálogos Estáticos: Se implementaron marcas fijas (más de 50 vistas Vue). Es una maquetación excelente pero genera código repetitivo en el frontend.</a:t>
            </a:r>
          </a:p>
          <a:p>
            <a:pPr>
              <a:lnSpc>
                <a:spcPts val="2000"/>
              </a:lnSpc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Futura: Reemplazar estas pantallas por un enrutador dinámico parametrizado (/catalogo/:marca/:tipo) que renderice los datos consumidos desde base de datos, reduciendo el peso del bundle frontend.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TFG Desarrollo de Aplicaciones Web  •  Josetech • Diapositiva 11</a:t>
            </a:r>
            <a:endParaRPr lang="en-US" sz="9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C825480-6AE9-C9E6-84C5-730C450FA5B8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TRABAJO FIN DE GRADO  |  DAW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5725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Trabajo Futuras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687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de Josetech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25980"/>
            <a:ext cx="81762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Pasarela de Pago Online: Integración de pasarela comercial (como Stripe) para cobros anticipados seguros.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en Tiempo Real: Implementar comunicación instantánea mediante sockets (Laravel Broadcasting y Pusher) para avisar de progresos sin refrescos.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Estructuración de Contenedores: Dockerizar de manera completa el stack completo (Laravel + MySQL, Vue + Node) con docker-compose.yml para agilizar el despliegue local.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 avanzadas: Escenarios E2E en Playwright y test unitarios automatizados en PHPUnit en el backend.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12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E259E6D-02B2-9A84-ADDD-214F83415726}"/>
              </a:ext>
            </a:extLst>
          </p:cNvPr>
          <p:cNvSpPr/>
          <p:nvPr/>
        </p:nvSpPr>
        <p:spPr>
          <a:xfrm>
            <a:off x="6492240" y="485013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JOSETECH  •  DIAPOSITIVA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1232</Words>
  <Application>Microsoft Office PowerPoint</Application>
  <PresentationFormat>Presentación en pantalla (16:9)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Josetech S.L.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Josetech - Plataforma de Reparación de Dispositivos Electrónicos</dc:title>
  <dc:subject>Defensa de Trabajo Fin de Grado (TFG) - Desarrollo de Aplicaciones Web</dc:subject>
  <dc:creator>José (Joselillo412)</dc:creator>
  <cp:lastModifiedBy>Jose Buendia</cp:lastModifiedBy>
  <cp:revision>2</cp:revision>
  <dcterms:created xsi:type="dcterms:W3CDTF">2026-05-20T11:48:15Z</dcterms:created>
  <dcterms:modified xsi:type="dcterms:W3CDTF">2026-05-20T12:20:31Z</dcterms:modified>
</cp:coreProperties>
</file>